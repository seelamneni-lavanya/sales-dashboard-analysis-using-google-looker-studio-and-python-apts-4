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6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viewProps" Target="viewProps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presProps" Target="presProp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tableStyles" Target="tableStyles.xml" /><Relationship Id="rId10" Type="http://schemas.openxmlformats.org/officeDocument/2006/relationships/slide" Target="slides/slide9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Dashboard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Business Insights and Statistical Validation</a:t>
            </a:r>
          </a:p>
          <a:p>
            <a:endParaRPr dirty="0"/>
          </a:p>
          <a:p>
            <a:r>
              <a:rPr dirty="0"/>
              <a:t>Author: </a:t>
            </a:r>
            <a:r>
              <a:rPr lang="en-US" dirty="0" err="1"/>
              <a:t>Lavanya</a:t>
            </a:r>
            <a:r>
              <a:rPr lang="en-US" dirty="0"/>
              <a:t> </a:t>
            </a:r>
            <a:endParaRPr dirty="0"/>
          </a:p>
          <a:p>
            <a:r>
              <a:rPr dirty="0"/>
              <a:t>Date: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Analyze sales and profit performance</a:t>
            </a:r>
          </a:p>
          <a:p>
            <a:pPr marL="0" indent="0">
              <a:buNone/>
            </a:pPr>
            <a:r>
              <a:rPr dirty="0"/>
              <a:t>• Identify high-performing regions and categories</a:t>
            </a:r>
          </a:p>
          <a:p>
            <a:pPr marL="0" indent="0">
              <a:buNone/>
            </a:pPr>
            <a:r>
              <a:rPr dirty="0"/>
              <a:t>• Detect areas with low profitability</a:t>
            </a:r>
          </a:p>
          <a:p>
            <a:pPr marL="0" indent="0">
              <a:buNone/>
            </a:pPr>
            <a:r>
              <a:rPr dirty="0"/>
              <a:t>• Provide data‑driven recommendations for business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Dataset: Retail Sales Dataset</a:t>
            </a:r>
          </a:p>
          <a:p>
            <a:pPr marL="0" indent="0">
              <a:buNone/>
            </a:pPr>
            <a:r>
              <a:rPr dirty="0"/>
              <a:t>• Key fields: </a:t>
            </a:r>
            <a:r>
              <a:rPr dirty="0" err="1"/>
              <a:t>OrderID</a:t>
            </a:r>
            <a:r>
              <a:rPr dirty="0"/>
              <a:t>, Region, Category, Sales, Profit, Quantity</a:t>
            </a:r>
          </a:p>
          <a:p>
            <a:pPr marL="0" indent="0">
              <a:buNone/>
            </a:pPr>
            <a:r>
              <a:rPr dirty="0"/>
              <a:t>• Used for analyzing business performance and trends</a:t>
            </a:r>
          </a:p>
          <a:p>
            <a:pPr marL="0" indent="0">
              <a:buNone/>
            </a:pPr>
            <a:r>
              <a:rPr dirty="0"/>
              <a:t>• Data processed using Python and visualized using Power BI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Performance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Evaluated overall sales distribution</a:t>
            </a:r>
          </a:p>
          <a:p>
            <a:pPr marL="0" indent="0">
              <a:buNone/>
            </a:pPr>
            <a:r>
              <a:rPr dirty="0"/>
              <a:t>• Identified revenue trends across regions</a:t>
            </a:r>
          </a:p>
          <a:p>
            <a:pPr marL="0" indent="0">
              <a:buNone/>
            </a:pPr>
            <a:r>
              <a:rPr dirty="0"/>
              <a:t>• Compared product category sales</a:t>
            </a:r>
          </a:p>
          <a:p>
            <a:pPr marL="0" indent="0">
              <a:buNone/>
            </a:pPr>
            <a:r>
              <a:rPr dirty="0"/>
              <a:t>• Observed growth patterns and potential opportunities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Regional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West region generates the highest sales</a:t>
            </a:r>
          </a:p>
          <a:p>
            <a:pPr marL="0" indent="0">
              <a:buNone/>
            </a:pPr>
            <a:r>
              <a:rPr dirty="0"/>
              <a:t>• East region shows stable sales performance</a:t>
            </a:r>
          </a:p>
          <a:p>
            <a:pPr marL="0" indent="0">
              <a:buNone/>
            </a:pPr>
            <a:r>
              <a:rPr dirty="0"/>
              <a:t>• Central and South regions require improvement</a:t>
            </a:r>
          </a:p>
          <a:p>
            <a:pPr marL="0" indent="0">
              <a:buNone/>
            </a:pPr>
            <a:r>
              <a:rPr dirty="0"/>
              <a:t>• Regional comparison helps guide expansion strategy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Technology products produce the highest profit margins</a:t>
            </a:r>
          </a:p>
          <a:p>
            <a:pPr marL="0" indent="0">
              <a:buNone/>
            </a:pPr>
            <a:r>
              <a:rPr dirty="0"/>
              <a:t>• Furniture shows lower profitability despite strong sales</a:t>
            </a:r>
          </a:p>
          <a:p>
            <a:pPr marL="0" indent="0">
              <a:buNone/>
            </a:pPr>
            <a:r>
              <a:rPr dirty="0"/>
              <a:t>• Office Supplies maintain moderate profit</a:t>
            </a:r>
          </a:p>
          <a:p>
            <a:pPr marL="0" indent="0">
              <a:buNone/>
            </a:pPr>
            <a:r>
              <a:rPr dirty="0"/>
              <a:t>• Product mix optimization can improve revenue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High sales do not always mean high profit</a:t>
            </a:r>
          </a:p>
          <a:p>
            <a:pPr marL="0" indent="0">
              <a:buNone/>
            </a:pPr>
            <a:r>
              <a:rPr dirty="0"/>
              <a:t>• Technology category is the most profitable</a:t>
            </a:r>
          </a:p>
          <a:p>
            <a:pPr marL="0" indent="0">
              <a:buNone/>
            </a:pPr>
            <a:r>
              <a:rPr dirty="0"/>
              <a:t>• Some furniture products generate losses</a:t>
            </a:r>
          </a:p>
          <a:p>
            <a:pPr marL="0" indent="0">
              <a:buNone/>
            </a:pPr>
            <a:r>
              <a:rPr dirty="0"/>
              <a:t>• Targeted strategy can improve profitability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Hypothesis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Hypothesis: Technology category generates higher average profit than Furniture.</a:t>
            </a:r>
          </a:p>
          <a:p>
            <a:r>
              <a:rPr dirty="0"/>
              <a:t>Test Used: Two-sample T-Test</a:t>
            </a:r>
          </a:p>
          <a:p>
            <a:r>
              <a:rPr dirty="0"/>
              <a:t>Null Hypothesis: No difference between category profits</a:t>
            </a:r>
          </a:p>
          <a:p>
            <a:r>
              <a:rPr dirty="0"/>
              <a:t>Alternative Hypothesis: Technology profit is higher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Calculated p-value using T-test</a:t>
            </a:r>
          </a:p>
          <a:p>
            <a:pPr marL="0" indent="0">
              <a:buNone/>
            </a:pPr>
            <a:r>
              <a:rPr dirty="0"/>
              <a:t>• If p-value &lt; 0.05 → statistically significant</a:t>
            </a:r>
          </a:p>
          <a:p>
            <a:pPr marL="0" indent="0">
              <a:buNone/>
            </a:pPr>
            <a:r>
              <a:rPr dirty="0"/>
              <a:t>• Reject the null hypothesis</a:t>
            </a:r>
          </a:p>
          <a:p>
            <a:pPr marL="0" indent="0">
              <a:buNone/>
            </a:pPr>
            <a:r>
              <a:rPr dirty="0"/>
              <a:t>• Technology category shows stronger profitability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Business Recommendations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dirty="0"/>
              <a:t>• Invest more in high-profit product categories</a:t>
            </a:r>
          </a:p>
          <a:p>
            <a:pPr marL="0" indent="0">
              <a:buNone/>
            </a:pPr>
            <a:r>
              <a:rPr dirty="0"/>
              <a:t>• Optimize pricing for low-profit categories</a:t>
            </a:r>
          </a:p>
          <a:p>
            <a:pPr marL="0" indent="0">
              <a:buNone/>
            </a:pPr>
            <a:r>
              <a:rPr dirty="0"/>
              <a:t>• Expand strong regional markets</a:t>
            </a:r>
          </a:p>
          <a:p>
            <a:pPr marL="0" indent="0">
              <a:buNone/>
            </a:pPr>
            <a:r>
              <a:rPr dirty="0"/>
              <a:t>• Use data analytics to guide strategic decisions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291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Sales Dashboard Analysis</vt:lpstr>
      <vt:lpstr>Business Objective</vt:lpstr>
      <vt:lpstr>Dataset Overview</vt:lpstr>
      <vt:lpstr>Sales Performance Analysis</vt:lpstr>
      <vt:lpstr>Regional Analysis</vt:lpstr>
      <vt:lpstr>Category Analysis</vt:lpstr>
      <vt:lpstr>Key Business Insights</vt:lpstr>
      <vt:lpstr>Hypothesis Testing</vt:lpstr>
      <vt:lpstr>Statistical Results</vt:lpstr>
      <vt:lpstr>Business Recommendations &amp;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Dashboard Analysis</dc:title>
  <dc:subject/>
  <dc:creator/>
  <cp:keywords/>
  <dc:description>generated using python-pptx</dc:description>
  <cp:lastModifiedBy>23RH1A0587 III - CSE</cp:lastModifiedBy>
  <cp:revision>3</cp:revision>
  <dcterms:created xsi:type="dcterms:W3CDTF">2013-01-27T09:14:16Z</dcterms:created>
  <dcterms:modified xsi:type="dcterms:W3CDTF">2026-04-13T09:22:55Z</dcterms:modified>
  <cp:category/>
</cp:coreProperties>
</file>